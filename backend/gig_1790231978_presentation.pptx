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46304" cy="5806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8F2"/>
                </a:solidFill>
              </a:defRPr>
            </a:pPr>
            <a:r>
              <a:t>This deliverable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1447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46304" cy="58064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1E8F2"/>
                </a:solidFill>
              </a:defRPr>
            </a:pPr>
            <a:r>
              <a:t>### Core Components</a:t>
            </a:r>
          </a:p>
          <a:p>
            <a:pPr>
              <a:defRPr sz="1500">
                <a:solidFill>
                  <a:srgbClr val="E1E8F2"/>
                </a:solidFill>
              </a:defRPr>
            </a:pPr>
            <a:r>
              <a:t>1.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1447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46304" cy="5806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1E8F2"/>
                </a:solidFill>
              </a:defRPr>
            </a:pPr>
            <a:r>
              <a:t>### Data Models</a:t>
            </a:r>
          </a:p>
          <a:p>
            <a:pPr>
              <a:defRPr sz="1500">
                <a:solidFill>
                  <a:srgbClr val="E1E8F2"/>
                </a:solidFill>
              </a:defRPr>
            </a:pPr>
            <a:r>
              <a:t>```python</a:t>
            </a:r>
          </a:p>
          <a:p>
            <a:pPr>
              <a:defRPr sz="1500">
                <a:solidFill>
                  <a:srgbClr val="E1E8F2"/>
                </a:solidFill>
              </a:defRPr>
            </a:pPr>
            <a:r>
              <a:t>#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1447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46304" cy="5806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1E8F2"/>
                </a:solidFill>
              </a:defRPr>
            </a:pPr>
            <a:r>
              <a:t>### CLI Interface</a:t>
            </a:r>
          </a:p>
          <a:p>
            <a:pPr>
              <a:defRPr sz="1500">
                <a:solidFill>
                  <a:srgbClr val="E1E8F2"/>
                </a:solidFill>
              </a:defRPr>
            </a:pPr>
            <a:r>
              <a:t>```</a:t>
            </a:r>
          </a:p>
          <a:p>
            <a:pPr>
              <a:defRPr sz="1500">
                <a:solidFill>
                  <a:srgbClr val="E1E8F2"/>
                </a:solidFill>
              </a:defRPr>
            </a:pPr>
            <a:r>
              <a:t>python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1447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46304" cy="580644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8F2"/>
                </a:solidFill>
              </a:defRPr>
            </a:pPr>
            <a:r>
              <a:t>### Validation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1447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0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46304" cy="5806440"/>
          </a:xfrm>
          <a:prstGeom prst="rect">
            <a:avLst/>
          </a:prstGeom>
          <a:solidFill>
            <a:srgbClr val="B05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8F2"/>
                </a:solidFill>
              </a:defRPr>
            </a:pPr>
            <a:r>
              <a:t>1. **Input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1447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46304" cy="580644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8F2"/>
                </a:solidFill>
              </a:defRPr>
            </a:pPr>
            <a:r>
              <a:t>### Performance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1447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46304" cy="580644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Monitoring &amp;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8F2"/>
                </a:solidFill>
              </a:defRPr>
            </a:pPr>
            <a:r>
              <a:t>### Output Channels</a:t>
            </a:r>
          </a:p>
          <a:p>
            <a:pPr>
              <a:defRPr sz="1800">
                <a:solidFill>
                  <a:srgbClr val="E1E8F2"/>
                </a:solidFill>
              </a:defRPr>
            </a:pPr>
            <a:r>
              <a:t>1.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1447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46304" cy="5806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Deployment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1E8F2"/>
                </a:solidFill>
              </a:defRPr>
            </a:pPr>
            <a:r>
              <a:t>###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1447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46304" cy="58064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Quality Check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1E8F2"/>
                </a:solidFill>
              </a:defRPr>
            </a:pPr>
            <a:r>
              <a:t>### [CALC] Arithmetic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1447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46304" cy="5806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1E8F2"/>
                </a:solidFill>
              </a:defRPr>
            </a:pPr>
            <a:r>
              <a:t>- Test Suite Exit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1447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46304" cy="5806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Sample Output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8F2"/>
                </a:solidFill>
              </a:defRPr>
            </a:pPr>
            <a:r>
              <a:t>- INV-001 net paid: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1447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46304" cy="580644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Implementation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1E8F2"/>
                </a:solidFill>
              </a:defRPr>
            </a:pPr>
            <a:r>
              <a:t>### Key Design Decisions</a:t>
            </a:r>
          </a:p>
          <a:p>
            <a:pPr>
              <a:defRPr sz="1500">
                <a:solidFill>
                  <a:srgbClr val="E1E8F2"/>
                </a:solidFill>
              </a:defRPr>
            </a:pPr>
            <a:r>
              <a:t>1.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1447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